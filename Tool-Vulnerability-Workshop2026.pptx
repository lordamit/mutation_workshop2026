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Raleway" pitchFamily="2" charset="77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7"/>
  </p:normalViewPr>
  <p:slideViewPr>
    <p:cSldViewPr snapToGrid="0">
      <p:cViewPr varScale="1">
        <p:scale>
          <a:sx n="153" d="100"/>
          <a:sy n="153" d="100"/>
        </p:scale>
        <p:origin x="53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63f7cc69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63f7cc69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63f7cc69e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63f7cc69e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63f7cc69e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63f7cc69e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rdAmit/mutation_workshop2026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latin typeface="Aptos" panose="020B0004020202020204" pitchFamily="34" charset="0"/>
              </a:rPr>
              <a:t>Tools Vulnerability Workshop 2026 🎯</a:t>
            </a:r>
            <a:endParaRPr sz="3300" dirty="0">
              <a:latin typeface="Aptos" panose="020B00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 dirty="0">
              <a:latin typeface="Aptos" panose="020B0004020202020204" pitchFamily="34" charset="0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7952" y="203055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dirty="0">
                <a:solidFill>
                  <a:schemeClr val="bg2"/>
                </a:solidFill>
              </a:rPr>
              <a:t>Crypto APIs, Misuse and Tools</a:t>
            </a:r>
          </a:p>
          <a:p>
            <a:pPr lvl="0">
              <a:buChar char="-"/>
            </a:pPr>
            <a:r>
              <a:rPr lang="en" dirty="0">
                <a:solidFill>
                  <a:schemeClr val="bg2"/>
                </a:solidFill>
              </a:rPr>
              <a:t>🛜 GitHub Repo: </a:t>
            </a:r>
            <a:r>
              <a:rPr lang="en-US" dirty="0">
                <a:solidFill>
                  <a:srgbClr val="1C367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https://github.com/LordAmit/mutation_workshop2026</a:t>
            </a:r>
            <a:r>
              <a:rPr lang="en-US" dirty="0">
                <a:solidFill>
                  <a:schemeClr val="bg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dirty="0">
                <a:solidFill>
                  <a:schemeClr val="bg2"/>
                </a:solidFill>
              </a:rPr>
              <a:t> </a:t>
            </a:r>
            <a:endParaRPr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dirty="0">
                <a:solidFill>
                  <a:schemeClr val="bg2"/>
                </a:solidFill>
              </a:rPr>
              <a:t>Download Package for Today’s workshop: </a:t>
            </a:r>
            <a:r>
              <a:rPr lang="en" b="1" dirty="0" err="1">
                <a:solidFill>
                  <a:schemeClr val="bg2"/>
                </a:solidFill>
              </a:rPr>
              <a:t>workshop_masc.zip</a:t>
            </a:r>
            <a:br>
              <a:rPr lang="en" b="1" dirty="0">
                <a:solidFill>
                  <a:schemeClr val="bg2"/>
                </a:solidFill>
              </a:rPr>
            </a:br>
            <a:r>
              <a:rPr lang="en" dirty="0">
                <a:solidFill>
                  <a:schemeClr val="bg2"/>
                </a:solidFill>
              </a:rPr>
              <a:t>Go through the </a:t>
            </a:r>
            <a:r>
              <a:rPr lang="en" b="1" dirty="0">
                <a:solidFill>
                  <a:schemeClr val="bg2"/>
                </a:solidFill>
              </a:rPr>
              <a:t>Readme.pdf </a:t>
            </a:r>
            <a:r>
              <a:rPr lang="en" dirty="0">
                <a:solidFill>
                  <a:schemeClr val="bg2"/>
                </a:solidFill>
              </a:rPr>
              <a:t>file for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>
                <a:solidFill>
                  <a:schemeClr val="bg2"/>
                </a:solidFill>
              </a:rPr>
              <a:t>Instructions (what you need to do)</a:t>
            </a:r>
            <a:endParaRPr dirty="0">
              <a:solidFill>
                <a:schemeClr val="bg2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dirty="0">
                <a:solidFill>
                  <a:schemeClr val="bg2"/>
                </a:solidFill>
              </a:rPr>
              <a:t>What to look out for</a:t>
            </a:r>
            <a:endParaRPr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dirty="0">
                <a:solidFill>
                  <a:schemeClr val="bg2"/>
                </a:solidFill>
              </a:rPr>
              <a:t>Walk through </a:t>
            </a:r>
            <a:r>
              <a:rPr lang="en" b="1" dirty="0" err="1">
                <a:solidFill>
                  <a:schemeClr val="bg2"/>
                </a:solidFill>
              </a:rPr>
              <a:t>Workshop_masc</a:t>
            </a:r>
            <a:r>
              <a:rPr lang="en" b="1" err="1">
                <a:solidFill>
                  <a:schemeClr val="bg2"/>
                </a:solidFill>
              </a:rPr>
              <a:t>.</a:t>
            </a:r>
            <a:r>
              <a:rPr lang="en" b="1">
                <a:solidFill>
                  <a:schemeClr val="bg2"/>
                </a:solidFill>
              </a:rPr>
              <a:t>zip</a:t>
            </a:r>
            <a:endParaRPr b="1"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dirty="0">
                <a:solidFill>
                  <a:schemeClr val="bg2"/>
                </a:solidFill>
              </a:rPr>
              <a:t>Tasks!</a:t>
            </a:r>
            <a:endParaRPr dirty="0">
              <a:solidFill>
                <a:schemeClr val="bg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dirty="0">
                <a:solidFill>
                  <a:schemeClr val="bg2"/>
                </a:solidFill>
              </a:rPr>
              <a:t>Conclusion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 APIs</a:t>
            </a:r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Lots of them out there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Crypto API misuses within this workshop will focus on: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Cipher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SSL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IV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Random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 Flaws?</a:t>
            </a:r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Please submit report as PDF.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101</Words>
  <Application>Microsoft Macintosh PowerPoint</Application>
  <PresentationFormat>On-screen Show (16:9)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Aptos</vt:lpstr>
      <vt:lpstr>Raleway</vt:lpstr>
      <vt:lpstr>Lato</vt:lpstr>
      <vt:lpstr>Streamline</vt:lpstr>
      <vt:lpstr>Tools Vulnerability Workshop 2026 🎯 </vt:lpstr>
      <vt:lpstr>Overview</vt:lpstr>
      <vt:lpstr>Crypto APIs</vt:lpstr>
      <vt:lpstr>Found Flaws?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Amit Seal Ami</cp:lastModifiedBy>
  <cp:revision>7</cp:revision>
  <dcterms:modified xsi:type="dcterms:W3CDTF">2026-04-16T15:43:27Z</dcterms:modified>
</cp:coreProperties>
</file>