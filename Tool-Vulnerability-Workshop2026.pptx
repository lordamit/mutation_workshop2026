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embeddedFontLst>
    <p:embeddedFont>
      <p:font typeface="Lato" panose="020F0502020204030203" pitchFamily="34" charset="0"/>
      <p:regular r:id="rId7"/>
      <p:bold r:id="rId8"/>
      <p:italic r:id="rId9"/>
      <p:boldItalic r:id="rId10"/>
    </p:embeddedFont>
    <p:embeddedFont>
      <p:font typeface="Raleway" pitchFamily="2" charset="77"/>
      <p:regular r:id="rId11"/>
      <p:bold r:id="rId12"/>
      <p:italic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7"/>
  </p:normalViewPr>
  <p:slideViewPr>
    <p:cSldViewPr snapToGrid="0">
      <p:cViewPr varScale="1">
        <p:scale>
          <a:sx n="153" d="100"/>
          <a:sy n="153" d="100"/>
        </p:scale>
        <p:origin x="536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13" Type="http://schemas.openxmlformats.org/officeDocument/2006/relationships/font" Target="fonts/font7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font" Target="fonts/font1.fntdata"/><Relationship Id="rId12" Type="http://schemas.openxmlformats.org/officeDocument/2006/relationships/font" Target="fonts/font6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font" Target="fonts/font3.fntdata"/><Relationship Id="rId14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a63f7cc69e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a63f7cc69e_0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a63f7cc69e_0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a63f7cc69e_0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63f7cc69e_0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63f7cc69e_0_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9" name="Google Shape;19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" name="Google Shape;21;p3"/>
          <p:cNvSpPr txBox="1">
            <a:spLocks noGrp="1"/>
          </p:cNvSpPr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" name="Google Shape;36;p5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body" idx="1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2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7"/>
          <p:cNvSpPr txBox="1">
            <a:spLocks noGrp="1"/>
          </p:cNvSpPr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1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9" name="Google Shape;59;p8"/>
          <p:cNvSpPr txBox="1">
            <a:spLocks noGrp="1"/>
          </p:cNvSpPr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0" name="Google Shape;60;p8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" name="Google Shape;66;p9"/>
          <p:cNvSpPr txBox="1">
            <a:spLocks noGrp="1"/>
          </p:cNvSpPr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subTitle" idx="1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body" idx="2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>
            <a:spLocks noGrp="1"/>
          </p:cNvSpPr>
          <p:nvPr>
            <p:ph type="body" idx="1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7" name="Google Shape;77;p11"/>
          <p:cNvSpPr txBox="1">
            <a:spLocks noGrp="1"/>
          </p:cNvSpPr>
          <p:nvPr>
            <p:ph type="title" hasCustomPrompt="1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>
            <a:spLocks noGrp="1"/>
          </p:cNvSpPr>
          <p:nvPr>
            <p:ph type="body" idx="1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treamlin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sz="2800" b="1"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sz="2800"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sz="2800"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sz="2800"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sz="2800"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sz="2800"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sz="2800"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sz="2800"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sz="28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29845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ordAmit/mutation_workshop2026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>
            <a:spLocks noGrp="1"/>
          </p:cNvSpPr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300" dirty="0">
                <a:latin typeface="Aptos" panose="020B0004020202020204" pitchFamily="34" charset="0"/>
              </a:rPr>
              <a:t>Tools Vulnerability Workshop 2026 🎯</a:t>
            </a:r>
            <a:endParaRPr sz="3300" dirty="0">
              <a:latin typeface="Aptos" panose="020B000402020202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300" dirty="0">
              <a:latin typeface="Aptos" panose="020B0004020202020204" pitchFamily="34" charset="0"/>
            </a:endParaRPr>
          </a:p>
        </p:txBody>
      </p:sp>
      <p:sp>
        <p:nvSpPr>
          <p:cNvPr id="87" name="Google Shape;87;p13"/>
          <p:cNvSpPr txBox="1">
            <a:spLocks noGrp="1"/>
          </p:cNvSpPr>
          <p:nvPr>
            <p:ph type="subTitle" idx="1"/>
          </p:nvPr>
        </p:nvSpPr>
        <p:spPr>
          <a:xfrm>
            <a:off x="727952" y="2030550"/>
            <a:ext cx="76881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en" dirty="0">
                <a:solidFill>
                  <a:schemeClr val="bg2"/>
                </a:solidFill>
              </a:rPr>
              <a:t>Crypto APIs, Misuse and Tools</a:t>
            </a:r>
          </a:p>
          <a:p>
            <a:pPr lvl="0">
              <a:buChar char="-"/>
            </a:pPr>
            <a:r>
              <a:rPr lang="en" dirty="0">
                <a:solidFill>
                  <a:schemeClr val="bg2"/>
                </a:solidFill>
              </a:rPr>
              <a:t>🛜 GitHub Repo: </a:t>
            </a:r>
            <a:r>
              <a:rPr lang="en-US" dirty="0">
                <a:solidFill>
                  <a:srgbClr val="1C3678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https://github.com/LordAmit/mutation_workshop2026</a:t>
            </a:r>
            <a:r>
              <a:rPr lang="en-US" dirty="0">
                <a:solidFill>
                  <a:schemeClr val="bg2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dirty="0">
                <a:solidFill>
                  <a:schemeClr val="bg2"/>
                </a:solidFill>
              </a:rPr>
              <a:t> </a:t>
            </a:r>
            <a:endParaRPr dirty="0">
              <a:solidFill>
                <a:schemeClr val="bg2"/>
              </a:solidFill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en" dirty="0">
                <a:solidFill>
                  <a:schemeClr val="bg2"/>
                </a:solidFill>
              </a:rPr>
              <a:t>Download Package for Today’s workshop: </a:t>
            </a:r>
            <a:r>
              <a:rPr lang="en" b="1" dirty="0" err="1">
                <a:solidFill>
                  <a:schemeClr val="bg2"/>
                </a:solidFill>
              </a:rPr>
              <a:t>workshop_masc.zip</a:t>
            </a:r>
            <a:br>
              <a:rPr lang="en" b="1" dirty="0">
                <a:solidFill>
                  <a:schemeClr val="bg2"/>
                </a:solidFill>
              </a:rPr>
            </a:br>
            <a:r>
              <a:rPr lang="en" dirty="0">
                <a:solidFill>
                  <a:schemeClr val="bg2"/>
                </a:solidFill>
              </a:rPr>
              <a:t>Go through the </a:t>
            </a:r>
            <a:r>
              <a:rPr lang="en" b="1" dirty="0">
                <a:solidFill>
                  <a:schemeClr val="bg2"/>
                </a:solidFill>
              </a:rPr>
              <a:t>Readme.pdf </a:t>
            </a:r>
            <a:r>
              <a:rPr lang="en" dirty="0">
                <a:solidFill>
                  <a:schemeClr val="bg2"/>
                </a:solidFill>
              </a:rPr>
              <a:t>file for</a:t>
            </a:r>
            <a:endParaRPr dirty="0">
              <a:solidFill>
                <a:schemeClr val="bg2"/>
              </a:solidFill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 dirty="0">
                <a:solidFill>
                  <a:schemeClr val="bg2"/>
                </a:solidFill>
              </a:rPr>
              <a:t>Instructions (what you need to do)</a:t>
            </a:r>
            <a:endParaRPr dirty="0">
              <a:solidFill>
                <a:schemeClr val="bg2"/>
              </a:solidFill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 dirty="0">
                <a:solidFill>
                  <a:schemeClr val="bg2"/>
                </a:solidFill>
              </a:rPr>
              <a:t>What to look out for</a:t>
            </a:r>
            <a:endParaRPr dirty="0">
              <a:solidFill>
                <a:schemeClr val="bg2"/>
              </a:solidFill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en" dirty="0">
                <a:solidFill>
                  <a:schemeClr val="bg2"/>
                </a:solidFill>
              </a:rPr>
              <a:t>Walk through </a:t>
            </a:r>
            <a:r>
              <a:rPr lang="en" b="1" dirty="0" err="1">
                <a:solidFill>
                  <a:schemeClr val="bg2"/>
                </a:solidFill>
              </a:rPr>
              <a:t>Workshop_masc.zip</a:t>
            </a:r>
            <a:endParaRPr b="1" dirty="0">
              <a:solidFill>
                <a:schemeClr val="bg2"/>
              </a:solidFill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en" dirty="0">
                <a:solidFill>
                  <a:schemeClr val="bg2"/>
                </a:solidFill>
              </a:rPr>
              <a:t>Tasks!</a:t>
            </a:r>
            <a:endParaRPr dirty="0">
              <a:solidFill>
                <a:schemeClr val="bg2"/>
              </a:solidFill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en" dirty="0">
                <a:solidFill>
                  <a:schemeClr val="bg2"/>
                </a:solidFill>
              </a:rPr>
              <a:t>Conclusion</a:t>
            </a:r>
            <a:endParaRPr dirty="0">
              <a:solidFill>
                <a:schemeClr val="bg2"/>
              </a:solidFill>
            </a:endParaRPr>
          </a:p>
        </p:txBody>
      </p:sp>
      <p:sp>
        <p:nvSpPr>
          <p:cNvPr id="93" name="Google Shape;93;p14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Overview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Crypto APIs</a:t>
            </a:r>
            <a:endParaRPr/>
          </a:p>
        </p:txBody>
      </p:sp>
      <p:sp>
        <p:nvSpPr>
          <p:cNvPr id="99" name="Google Shape;99;p15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en"/>
              <a:t>Lots of them out there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en"/>
              <a:t>Crypto API misuses within this workshop will focus on:</a:t>
            </a:r>
            <a:endParaRPr/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Cipher</a:t>
            </a:r>
            <a:endParaRPr/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SSL</a:t>
            </a:r>
            <a:endParaRPr/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IV</a:t>
            </a:r>
            <a:endParaRPr/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Random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Found Flaws?</a:t>
            </a:r>
            <a:endParaRPr/>
          </a:p>
        </p:txBody>
      </p:sp>
      <p:sp>
        <p:nvSpPr>
          <p:cNvPr id="105" name="Google Shape;105;p16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Please submit report as PDF.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101</Words>
  <Application>Microsoft Macintosh PowerPoint</Application>
  <PresentationFormat>On-screen Show (16:9)</PresentationFormat>
  <Paragraphs>19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Aptos</vt:lpstr>
      <vt:lpstr>Raleway</vt:lpstr>
      <vt:lpstr>Lato</vt:lpstr>
      <vt:lpstr>Streamline</vt:lpstr>
      <vt:lpstr>Tools Vulnerability Workshop 2026 🎯 </vt:lpstr>
      <vt:lpstr>Overview</vt:lpstr>
      <vt:lpstr>Crypto APIs</vt:lpstr>
      <vt:lpstr>Found Flaws?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Amit Seal Ami</cp:lastModifiedBy>
  <cp:revision>8</cp:revision>
  <dcterms:modified xsi:type="dcterms:W3CDTF">2026-04-16T15:43:41Z</dcterms:modified>
</cp:coreProperties>
</file>